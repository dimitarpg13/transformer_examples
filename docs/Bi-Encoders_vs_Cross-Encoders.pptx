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7" d="100"/>
          <a:sy n="97" d="100"/>
        </p:scale>
        <p:origin x="49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E0BB-BC56-16AE-63AF-8DAA99D08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9FD56-CAC7-2694-287E-5124925AC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D941-2D7E-E495-08A4-4C026991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02A88-E21D-A1EC-1581-896FDC59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32360-5813-1D01-FAEC-2F1A603A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8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BE84-9368-806C-C8EB-38FBCC9B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5AB8E-3C12-081A-75EB-72DEFCEFE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8DAEA-0F22-BC33-F089-27D33BF8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7129B-7117-53FA-67B4-2AF981DE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AE89-D752-F4E1-6671-CBA835A58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65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B304-E6C0-239A-D86D-E64CE298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669B6-E456-6AAD-846E-3E7C5F7A4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5EC37-9964-5DDA-6B44-41A00719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FB5C-6954-FDCA-39F1-D09A9AB7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E8E7B-4B97-188E-7F99-0AFBB7AE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7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096C-2F7D-4BA3-25EF-4544CB6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0B92-BA65-5121-9570-67DEC3AB8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D5B36-C6BF-58F3-9E1A-C17711034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BBE58-BCB1-E476-8C58-997A3DDB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4345C-4AEA-CB79-8D59-283883EA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1F28D-446F-6E09-9514-5CFFEEBF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2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4578-B389-E202-D823-4E18E9AA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BF8E6-EFE8-216D-2B1D-07816DE0E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671D8-4C20-B363-B84E-64A6DE192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9D824-AF1D-2CBA-97DC-8BA06CA35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95C93-A214-176B-D66B-13EF05824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A0175-AD8A-C3EF-1D93-4A0E5B74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E58AE8-AB7E-D4CF-A701-199F159A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E0145D-C154-E074-E207-16133355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4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EB73-240E-B3A5-4322-EA41A632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E38BD-AE08-EB76-8BB7-68846BF9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8D902-0493-6457-6C39-642E90E9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CE475-81AD-7A00-3E44-4937A835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82A3D-AAF9-4A99-27D3-5CE66E99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2DCF1-6FD2-BFD2-17F7-EBB0B294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5592-9BBF-A96D-EFA8-88783E8C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8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5AA6-9972-66A4-7B55-67C9B2BD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D711-2412-ED29-403F-ABF57AB7B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A02B5-1CB0-35F0-F37A-2A0121C23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D13CD-CE9F-0277-DFA3-08C370B9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F73BC-F809-67A0-B04D-E447F9CD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60750-746C-58D2-5C13-4076AA96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4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1F37-6B32-862A-C634-C8F80EEC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84E29-B510-2524-2B71-B3AFDE403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FC3DB-125C-86E2-E0BD-7B55FF296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45DA5-B0D6-20E5-5364-301DDB94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1B0BF-4CEA-1594-6EE8-BBD5B4EA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C8331-7056-88D1-ECEF-E0403E45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7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6DC1-F8E9-2A59-6B21-0C0A0B3A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9A17E-78FA-F8C2-CF15-E2907EF16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03D4-A912-1E76-CECD-5C2E0A68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3EDE-97FF-880A-66CD-DE528DD8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2E8E-9AF8-1988-69B5-9C082774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0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8DAFF-012D-8555-FAFB-DBE9D3C5A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AECB3-486F-63F7-F556-F36C6EBDE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2E5F0-DDFD-E8D8-F127-CDCE0317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ECCC5-CFEC-7A35-0DAE-B5672266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FBC3B-7AF1-F33A-025B-C4BE0673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5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1040E-5EF4-2170-C2CF-544CA48C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C0624-078C-8313-9C7B-1C8C02904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7E6DA-5170-6700-C844-28E4E473C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0E726-D294-234F-84E6-BE9337F10EFD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FF397-D861-35CD-2998-34B930179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F39E6-69F5-D8A6-324C-157CBB0E5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9A82D-D9C4-0E4F-BA1A-77D635ED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6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692F85BF-6312-899A-C010-E2F564AC2AE1}"/>
              </a:ext>
            </a:extLst>
          </p:cNvPr>
          <p:cNvGrpSpPr/>
          <p:nvPr/>
        </p:nvGrpSpPr>
        <p:grpSpPr>
          <a:xfrm>
            <a:off x="1885950" y="1869621"/>
            <a:ext cx="8774029" cy="2369007"/>
            <a:chOff x="1885950" y="1869621"/>
            <a:chExt cx="8774029" cy="236900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58FA383-EA59-9CF6-7C41-BED33E1D125F}"/>
                </a:ext>
              </a:extLst>
            </p:cNvPr>
            <p:cNvSpPr/>
            <p:nvPr/>
          </p:nvSpPr>
          <p:spPr>
            <a:xfrm>
              <a:off x="1885950" y="1869621"/>
              <a:ext cx="1232807" cy="538843"/>
            </a:xfrm>
            <a:prstGeom prst="roundRect">
              <a:avLst/>
            </a:prstGeom>
            <a:solidFill>
              <a:schemeClr val="accent1"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14C652-F717-9D21-6CAF-E97F081BE4E9}"/>
                </a:ext>
              </a:extLst>
            </p:cNvPr>
            <p:cNvSpPr txBox="1"/>
            <p:nvPr/>
          </p:nvSpPr>
          <p:spPr>
            <a:xfrm>
              <a:off x="2187626" y="2015930"/>
              <a:ext cx="5196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Query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690FC7-7964-95D5-D01B-76DDD86E37CA}"/>
                </a:ext>
              </a:extLst>
            </p:cNvPr>
            <p:cNvSpPr txBox="1"/>
            <p:nvPr/>
          </p:nvSpPr>
          <p:spPr>
            <a:xfrm>
              <a:off x="1983621" y="2484933"/>
              <a:ext cx="10374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/>
                <a:t>“What is RAG?”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ACD7946-D76D-7A57-860F-74F6AD6349C3}"/>
                </a:ext>
              </a:extLst>
            </p:cNvPr>
            <p:cNvSpPr/>
            <p:nvPr/>
          </p:nvSpPr>
          <p:spPr>
            <a:xfrm>
              <a:off x="3977319" y="1869621"/>
              <a:ext cx="1232807" cy="538843"/>
            </a:xfrm>
            <a:prstGeom prst="roundRect">
              <a:avLst/>
            </a:prstGeom>
            <a:solidFill>
              <a:schemeClr val="accent1"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45AED5-C621-F2FE-B9F1-7297F96C713C}"/>
                </a:ext>
              </a:extLst>
            </p:cNvPr>
            <p:cNvSpPr txBox="1"/>
            <p:nvPr/>
          </p:nvSpPr>
          <p:spPr>
            <a:xfrm>
              <a:off x="4049342" y="1938986"/>
              <a:ext cx="1088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Query encoder</a:t>
              </a:r>
            </a:p>
            <a:p>
              <a:r>
                <a:rPr lang="en-US" sz="1000" dirty="0"/>
                <a:t>(BERT/</a:t>
              </a:r>
              <a:r>
                <a:rPr lang="en-US" sz="1000" dirty="0" err="1"/>
                <a:t>RoBERTa</a:t>
              </a:r>
              <a:r>
                <a:rPr lang="en-US" sz="1000" dirty="0"/>
                <a:t>)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4617823-F6EB-6FBD-A19B-6BB8E5A3AA36}"/>
                </a:ext>
              </a:extLst>
            </p:cNvPr>
            <p:cNvSpPr/>
            <p:nvPr/>
          </p:nvSpPr>
          <p:spPr>
            <a:xfrm>
              <a:off x="6316567" y="1869621"/>
              <a:ext cx="1232807" cy="538843"/>
            </a:xfrm>
            <a:prstGeom prst="roundRect">
              <a:avLst/>
            </a:prstGeom>
            <a:solidFill>
              <a:schemeClr val="accent1"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B5AFC4-9DA9-EC75-F998-C50EE975BC60}"/>
                </a:ext>
              </a:extLst>
            </p:cNvPr>
            <p:cNvSpPr txBox="1"/>
            <p:nvPr/>
          </p:nvSpPr>
          <p:spPr>
            <a:xfrm>
              <a:off x="6316567" y="1944512"/>
              <a:ext cx="11689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Query embedding</a:t>
              </a:r>
            </a:p>
            <a:p>
              <a:r>
                <a:rPr lang="en-US" sz="1000" dirty="0"/>
                <a:t>        [768 dims]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4947159-30EC-555A-B629-7FE6A1217CBE}"/>
                </a:ext>
              </a:extLst>
            </p:cNvPr>
            <p:cNvSpPr/>
            <p:nvPr/>
          </p:nvSpPr>
          <p:spPr>
            <a:xfrm>
              <a:off x="1885950" y="3377095"/>
              <a:ext cx="1232807" cy="538843"/>
            </a:xfrm>
            <a:prstGeom prst="roundRect">
              <a:avLst/>
            </a:prstGeom>
            <a:solidFill>
              <a:schemeClr val="accent2">
                <a:lumMod val="75000"/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08016D-ED23-9D84-23B9-7B204582F93C}"/>
                </a:ext>
              </a:extLst>
            </p:cNvPr>
            <p:cNvSpPr txBox="1"/>
            <p:nvPr/>
          </p:nvSpPr>
          <p:spPr>
            <a:xfrm>
              <a:off x="2149067" y="3517896"/>
              <a:ext cx="77136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Document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4A0FFF-AB3A-0CD9-6BF8-E48D2036DDE1}"/>
                </a:ext>
              </a:extLst>
            </p:cNvPr>
            <p:cNvSpPr txBox="1"/>
            <p:nvPr/>
          </p:nvSpPr>
          <p:spPr>
            <a:xfrm>
              <a:off x="1983621" y="3992407"/>
              <a:ext cx="12298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/>
                <a:t>“RAG combines...”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16663BA-5021-3514-AA70-0B871CBB0151}"/>
                </a:ext>
              </a:extLst>
            </p:cNvPr>
            <p:cNvSpPr/>
            <p:nvPr/>
          </p:nvSpPr>
          <p:spPr>
            <a:xfrm>
              <a:off x="3977319" y="3377095"/>
              <a:ext cx="1232807" cy="538843"/>
            </a:xfrm>
            <a:prstGeom prst="roundRect">
              <a:avLst/>
            </a:prstGeom>
            <a:solidFill>
              <a:schemeClr val="accent2">
                <a:lumMod val="75000"/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40586F-ABD1-3406-CDEE-60FFB8A8AB90}"/>
                </a:ext>
              </a:extLst>
            </p:cNvPr>
            <p:cNvSpPr txBox="1"/>
            <p:nvPr/>
          </p:nvSpPr>
          <p:spPr>
            <a:xfrm>
              <a:off x="3965986" y="3364007"/>
              <a:ext cx="125547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Document encoder</a:t>
              </a:r>
            </a:p>
            <a:p>
              <a:r>
                <a:rPr lang="en-US" sz="1000" dirty="0"/>
                <a:t>(BERT/</a:t>
              </a:r>
              <a:r>
                <a:rPr lang="en-US" sz="1000" dirty="0" err="1"/>
                <a:t>RoBERTa</a:t>
              </a:r>
              <a:r>
                <a:rPr lang="en-US" sz="1000" dirty="0"/>
                <a:t>/</a:t>
              </a:r>
            </a:p>
            <a:p>
              <a:r>
                <a:rPr lang="en-US" sz="1000" dirty="0"/>
                <a:t>other)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B87F754-E86A-FAC6-4299-9CF650AA8D7C}"/>
                </a:ext>
              </a:extLst>
            </p:cNvPr>
            <p:cNvSpPr/>
            <p:nvPr/>
          </p:nvSpPr>
          <p:spPr>
            <a:xfrm>
              <a:off x="6316567" y="3377095"/>
              <a:ext cx="1232807" cy="538843"/>
            </a:xfrm>
            <a:prstGeom prst="roundRect">
              <a:avLst/>
            </a:prstGeom>
            <a:solidFill>
              <a:schemeClr val="accent2">
                <a:lumMod val="75000"/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094514-D714-6821-8071-679A6D79C087}"/>
                </a:ext>
              </a:extLst>
            </p:cNvPr>
            <p:cNvSpPr txBox="1"/>
            <p:nvPr/>
          </p:nvSpPr>
          <p:spPr>
            <a:xfrm>
              <a:off x="6425571" y="3440951"/>
              <a:ext cx="1059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Doc embedding</a:t>
              </a:r>
            </a:p>
            <a:p>
              <a:r>
                <a:rPr lang="en-US" sz="1000" dirty="0"/>
                <a:t>       [768 dims]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F8C287B-BCBC-EC5E-C05C-D06F0EE0840E}"/>
                </a:ext>
              </a:extLst>
            </p:cNvPr>
            <p:cNvSpPr/>
            <p:nvPr/>
          </p:nvSpPr>
          <p:spPr>
            <a:xfrm>
              <a:off x="8286750" y="2608043"/>
              <a:ext cx="1232807" cy="538843"/>
            </a:xfrm>
            <a:prstGeom prst="roundRect">
              <a:avLst/>
            </a:prstGeom>
            <a:solidFill>
              <a:schemeClr val="accent6">
                <a:lumMod val="75000"/>
                <a:alpha val="382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230304-83D7-FF82-9926-D006C8A4B7B3}"/>
                </a:ext>
              </a:extLst>
            </p:cNvPr>
            <p:cNvSpPr txBox="1"/>
            <p:nvPr/>
          </p:nvSpPr>
          <p:spPr>
            <a:xfrm>
              <a:off x="8349155" y="2754353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Cosine similarity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39869B-E80C-1C47-792A-379EF5CFFE35}"/>
                </a:ext>
              </a:extLst>
            </p:cNvPr>
            <p:cNvSpPr/>
            <p:nvPr/>
          </p:nvSpPr>
          <p:spPr>
            <a:xfrm>
              <a:off x="10146632" y="2608043"/>
              <a:ext cx="513347" cy="538843"/>
            </a:xfrm>
            <a:prstGeom prst="ellipse">
              <a:avLst/>
            </a:prstGeom>
            <a:solidFill>
              <a:schemeClr val="accent6">
                <a:lumMod val="75000"/>
                <a:alpha val="2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261D03-B768-AD14-FD5B-49C3699E97C1}"/>
                </a:ext>
              </a:extLst>
            </p:cNvPr>
            <p:cNvSpPr txBox="1"/>
            <p:nvPr/>
          </p:nvSpPr>
          <p:spPr>
            <a:xfrm>
              <a:off x="10189144" y="2754353"/>
              <a:ext cx="4283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0.89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7945E9F-0419-E5A1-54C4-D9926A3C8E89}"/>
                </a:ext>
              </a:extLst>
            </p:cNvPr>
            <p:cNvCxnSpPr>
              <a:stCxn id="4" idx="3"/>
              <a:endCxn id="7" idx="1"/>
            </p:cNvCxnSpPr>
            <p:nvPr/>
          </p:nvCxnSpPr>
          <p:spPr>
            <a:xfrm>
              <a:off x="3118757" y="2139043"/>
              <a:ext cx="8585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0A2A54B-E855-59B4-67BA-48AE09746C02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>
              <a:off x="5210126" y="2139043"/>
              <a:ext cx="11064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BAC6FB0-C9A1-1FE1-2118-586C76124488}"/>
                </a:ext>
              </a:extLst>
            </p:cNvPr>
            <p:cNvCxnSpPr>
              <a:stCxn id="11" idx="3"/>
              <a:endCxn id="15" idx="1"/>
            </p:cNvCxnSpPr>
            <p:nvPr/>
          </p:nvCxnSpPr>
          <p:spPr>
            <a:xfrm flipV="1">
              <a:off x="3118757" y="3641006"/>
              <a:ext cx="847229" cy="55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9CCFE1A-B8B2-8BA2-A715-9F5927C355DA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5221458" y="3641006"/>
              <a:ext cx="1095109" cy="55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24DDD71-F07F-765A-7473-67BE792F4D6A}"/>
                </a:ext>
              </a:extLst>
            </p:cNvPr>
            <p:cNvSpPr/>
            <p:nvPr/>
          </p:nvSpPr>
          <p:spPr>
            <a:xfrm>
              <a:off x="7550644" y="2118999"/>
              <a:ext cx="728235" cy="772038"/>
            </a:xfrm>
            <a:custGeom>
              <a:avLst/>
              <a:gdLst>
                <a:gd name="connsiteX0" fmla="*/ 0 w 728235"/>
                <a:gd name="connsiteY0" fmla="*/ 0 h 772038"/>
                <a:gd name="connsiteX1" fmla="*/ 202592 w 728235"/>
                <a:gd name="connsiteY1" fmla="*/ 16426 h 772038"/>
                <a:gd name="connsiteX2" fmla="*/ 268297 w 728235"/>
                <a:gd name="connsiteY2" fmla="*/ 76656 h 772038"/>
                <a:gd name="connsiteX3" fmla="*/ 295675 w 728235"/>
                <a:gd name="connsiteY3" fmla="*/ 224493 h 772038"/>
                <a:gd name="connsiteX4" fmla="*/ 323052 w 728235"/>
                <a:gd name="connsiteY4" fmla="*/ 492790 h 772038"/>
                <a:gd name="connsiteX5" fmla="*/ 350429 w 728235"/>
                <a:gd name="connsiteY5" fmla="*/ 607775 h 772038"/>
                <a:gd name="connsiteX6" fmla="*/ 438036 w 728235"/>
                <a:gd name="connsiteY6" fmla="*/ 700857 h 772038"/>
                <a:gd name="connsiteX7" fmla="*/ 536594 w 728235"/>
                <a:gd name="connsiteY7" fmla="*/ 750136 h 772038"/>
                <a:gd name="connsiteX8" fmla="*/ 646103 w 728235"/>
                <a:gd name="connsiteY8" fmla="*/ 766563 h 772038"/>
                <a:gd name="connsiteX9" fmla="*/ 728235 w 728235"/>
                <a:gd name="connsiteY9" fmla="*/ 772038 h 77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235" h="772038">
                  <a:moveTo>
                    <a:pt x="0" y="0"/>
                  </a:moveTo>
                  <a:cubicBezTo>
                    <a:pt x="78938" y="1825"/>
                    <a:pt x="157876" y="3650"/>
                    <a:pt x="202592" y="16426"/>
                  </a:cubicBezTo>
                  <a:cubicBezTo>
                    <a:pt x="247308" y="29202"/>
                    <a:pt x="252783" y="41978"/>
                    <a:pt x="268297" y="76656"/>
                  </a:cubicBezTo>
                  <a:cubicBezTo>
                    <a:pt x="283811" y="111334"/>
                    <a:pt x="286549" y="155137"/>
                    <a:pt x="295675" y="224493"/>
                  </a:cubicBezTo>
                  <a:cubicBezTo>
                    <a:pt x="304801" y="293849"/>
                    <a:pt x="313926" y="428910"/>
                    <a:pt x="323052" y="492790"/>
                  </a:cubicBezTo>
                  <a:cubicBezTo>
                    <a:pt x="332178" y="556670"/>
                    <a:pt x="331265" y="573097"/>
                    <a:pt x="350429" y="607775"/>
                  </a:cubicBezTo>
                  <a:cubicBezTo>
                    <a:pt x="369593" y="642453"/>
                    <a:pt x="407009" y="677130"/>
                    <a:pt x="438036" y="700857"/>
                  </a:cubicBezTo>
                  <a:cubicBezTo>
                    <a:pt x="469063" y="724584"/>
                    <a:pt x="501916" y="739185"/>
                    <a:pt x="536594" y="750136"/>
                  </a:cubicBezTo>
                  <a:cubicBezTo>
                    <a:pt x="571272" y="761087"/>
                    <a:pt x="614163" y="762913"/>
                    <a:pt x="646103" y="766563"/>
                  </a:cubicBezTo>
                  <a:cubicBezTo>
                    <a:pt x="678043" y="770213"/>
                    <a:pt x="703139" y="771125"/>
                    <a:pt x="728235" y="772038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1262607-3EE0-62F6-DAB7-872308A9D014}"/>
                </a:ext>
              </a:extLst>
            </p:cNvPr>
            <p:cNvSpPr/>
            <p:nvPr/>
          </p:nvSpPr>
          <p:spPr>
            <a:xfrm>
              <a:off x="7556120" y="2907463"/>
              <a:ext cx="657054" cy="750777"/>
            </a:xfrm>
            <a:custGeom>
              <a:avLst/>
              <a:gdLst>
                <a:gd name="connsiteX0" fmla="*/ 0 w 657054"/>
                <a:gd name="connsiteY0" fmla="*/ 739186 h 750777"/>
                <a:gd name="connsiteX1" fmla="*/ 229969 w 657054"/>
                <a:gd name="connsiteY1" fmla="*/ 739186 h 750777"/>
                <a:gd name="connsiteX2" fmla="*/ 334002 w 657054"/>
                <a:gd name="connsiteY2" fmla="*/ 618726 h 750777"/>
                <a:gd name="connsiteX3" fmla="*/ 350429 w 657054"/>
                <a:gd name="connsiteY3" fmla="*/ 498266 h 750777"/>
                <a:gd name="connsiteX4" fmla="*/ 366855 w 657054"/>
                <a:gd name="connsiteY4" fmla="*/ 350429 h 750777"/>
                <a:gd name="connsiteX5" fmla="*/ 383281 w 657054"/>
                <a:gd name="connsiteY5" fmla="*/ 208068 h 750777"/>
                <a:gd name="connsiteX6" fmla="*/ 432560 w 657054"/>
                <a:gd name="connsiteY6" fmla="*/ 114985 h 750777"/>
                <a:gd name="connsiteX7" fmla="*/ 509217 w 657054"/>
                <a:gd name="connsiteY7" fmla="*/ 71181 h 750777"/>
                <a:gd name="connsiteX8" fmla="*/ 580397 w 657054"/>
                <a:gd name="connsiteY8" fmla="*/ 27378 h 750777"/>
                <a:gd name="connsiteX9" fmla="*/ 657054 w 657054"/>
                <a:gd name="connsiteY9" fmla="*/ 0 h 75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7054" h="750777">
                  <a:moveTo>
                    <a:pt x="0" y="739186"/>
                  </a:moveTo>
                  <a:cubicBezTo>
                    <a:pt x="87151" y="749224"/>
                    <a:pt x="174302" y="759263"/>
                    <a:pt x="229969" y="739186"/>
                  </a:cubicBezTo>
                  <a:cubicBezTo>
                    <a:pt x="285636" y="719109"/>
                    <a:pt x="313925" y="658879"/>
                    <a:pt x="334002" y="618726"/>
                  </a:cubicBezTo>
                  <a:cubicBezTo>
                    <a:pt x="354079" y="578573"/>
                    <a:pt x="344954" y="542982"/>
                    <a:pt x="350429" y="498266"/>
                  </a:cubicBezTo>
                  <a:cubicBezTo>
                    <a:pt x="355904" y="453550"/>
                    <a:pt x="361380" y="398795"/>
                    <a:pt x="366855" y="350429"/>
                  </a:cubicBezTo>
                  <a:cubicBezTo>
                    <a:pt x="372330" y="302063"/>
                    <a:pt x="372330" y="247309"/>
                    <a:pt x="383281" y="208068"/>
                  </a:cubicBezTo>
                  <a:cubicBezTo>
                    <a:pt x="394232" y="168827"/>
                    <a:pt x="411571" y="137799"/>
                    <a:pt x="432560" y="114985"/>
                  </a:cubicBezTo>
                  <a:cubicBezTo>
                    <a:pt x="453549" y="92170"/>
                    <a:pt x="484577" y="85782"/>
                    <a:pt x="509217" y="71181"/>
                  </a:cubicBezTo>
                  <a:cubicBezTo>
                    <a:pt x="533857" y="56580"/>
                    <a:pt x="555758" y="39241"/>
                    <a:pt x="580397" y="27378"/>
                  </a:cubicBezTo>
                  <a:cubicBezTo>
                    <a:pt x="605037" y="15514"/>
                    <a:pt x="631045" y="7757"/>
                    <a:pt x="657054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625F299-2020-F3C8-DD7F-68D2B81592D6}"/>
                </a:ext>
              </a:extLst>
            </p:cNvPr>
            <p:cNvCxnSpPr>
              <a:stCxn id="18" idx="3"/>
              <a:endCxn id="20" idx="2"/>
            </p:cNvCxnSpPr>
            <p:nvPr/>
          </p:nvCxnSpPr>
          <p:spPr>
            <a:xfrm>
              <a:off x="9519557" y="2877465"/>
              <a:ext cx="627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326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Dimitar Gueorguiev</dc:creator>
  <cp:lastModifiedBy>Dimitar Gueorguiev</cp:lastModifiedBy>
  <cp:revision>2</cp:revision>
  <dcterms:created xsi:type="dcterms:W3CDTF">2025-12-29T03:13:46Z</dcterms:created>
  <dcterms:modified xsi:type="dcterms:W3CDTF">2025-12-29T04:03:51Z</dcterms:modified>
</cp:coreProperties>
</file>